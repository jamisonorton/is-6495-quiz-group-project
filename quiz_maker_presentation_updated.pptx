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files and terminal transcript.
- Scoring rubric PDF uploaded by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code files: QuizDB.py, quiz_app.py, db_setup.py, import_questions.py.
- User-provided rubric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rubric PDF.
- User-provided terminal transcript showing the demonstrated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setup screenshot and terminal transcript.
- User-provided files db_setup.py, import_questions.py, and questions.csv.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student demo screenshot and terminal transcript.
- User-provided updated quiz_app.py logic for getpass and Argon2.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admin demo screenshot and terminal transcript.
- User-provided admin_edit_user and admin_delete_user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terminal transcript.
- User-provided admin question CRUD methods in quiz_app.py / QuizDB.py.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code and project description.
- User-provided terminal transcript showing validation and confirmation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project files, rubric, and terminal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65105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IS 6495 Capstone - Quiz Maker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Quiz Maker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Python + SQLite capstone project with file import, role-based access, randomized quizzes, and full admin CRUD.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02920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Project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481328"/>
            <a:ext cx="4526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Creates quizzes from a SQLite question bank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Imports questions from CSV into the database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Registers users and stores password hashes with Argon2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Uses getpass so passwords do not display in the terminal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Saves quiz results for later review</a:t>
            </a:r>
            <a:endParaRPr lang="en-US" sz="1100" dirty="0"/>
          </a:p>
          <a:p>
            <a:pPr marL="203200" indent="-2032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Lets admins manage users and questions through the menu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40050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10-minute presentation plan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4261104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1) problem and 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2) design and rubric coverage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3) setup + CSV import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4) student 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5) admin 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6) security + conclusions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0" y="91440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115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End-to-end workflow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35040" y="1719072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18562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1. Setup 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0920" y="1847088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74151"/>
                </a:solidFill>
              </a:rPr>
              <a:t>Creates Users, Questions, and QuizResults tables plus the starting admin account.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6035040" y="2423160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56032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2. Import CSV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60920" y="2551176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74151"/>
                </a:solidFill>
              </a:rPr>
              <a:t>Reads questions.csv and inserts 30 question records into SQLite.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035040" y="3127248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26440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3. Register / Login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60920" y="325526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74151"/>
                </a:solidFill>
              </a:rPr>
              <a:t>Uses getpass for hidden entry and Argon2 for password hashing + verification.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6035040" y="3831336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96849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4. Student quiz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3959352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74151"/>
                </a:solidFill>
              </a:rPr>
              <a:t>Draws 10 random questions, shows feedback, and saves results with a timestamp.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035040" y="4535424"/>
            <a:ext cx="5349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467258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5. Admin tools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4663440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374151"/>
                </a:solidFill>
              </a:rPr>
              <a:t>Lets admins manage questions and users directly from the interactive menu.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5989320" y="27889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2862072"/>
            <a:ext cx="5056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What the live walkthrough shows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3090672"/>
            <a:ext cx="48920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python db_setup.py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Users / Questions / QuizResults tables created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python import_questions.py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30 questions loaded from 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python quiz_app.py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admin login -&gt; register user -&gt; take quiz -&gt; view scores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promote user to admin -&gt; add/delete question -&gt; delete user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How the application works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project combines three data entities, Python classes, CSV file input, and an interactive menu.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4028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06984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Student flow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1344168"/>
            <a:ext cx="1929384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Register a new account or log in.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Take a randomized 10-question quiz.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Receive immediate right/wrong feedback.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Quiz score is stored in QuizResults.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Use View My Scores to review prior attempts.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52928" y="960120"/>
            <a:ext cx="224028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99232" y="106984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Admin flow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1344168"/>
            <a:ext cx="1929384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Log in as admin from the same menu system.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View all questions and users.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Add, edit, and delete questions.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Promote standard users to admin.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Reset passwords and delete users when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48656" y="960120"/>
            <a:ext cx="224028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1069848"/>
            <a:ext cx="1947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Security + quality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13248" y="1344168"/>
            <a:ext cx="1929384" cy="4005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Passwords are hidden with getpass.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Passwords are stored as Argon2 hashes instead of plain text.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Input validation rejects invalid quiz answers.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Cancel prompts reduce accidental admin changes.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The database is not static because menu actions update data live.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35240" y="96012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1155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Data model used by the app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82128" y="1600200"/>
            <a:ext cx="3611880" cy="841248"/>
          </a:xfrm>
          <a:prstGeom prst="roundRect">
            <a:avLst>
              <a:gd name="adj" fmla="val 6522"/>
            </a:avLst>
          </a:prstGeom>
          <a:solidFill>
            <a:srgbClr val="DBEAFE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17099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Users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28432" y="192938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user_id, username, password_hash, is_admin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882128" y="2651760"/>
            <a:ext cx="3611880" cy="841248"/>
          </a:xfrm>
          <a:prstGeom prst="roundRect">
            <a:avLst>
              <a:gd name="adj" fmla="val 6522"/>
            </a:avLst>
          </a:prstGeom>
          <a:solidFill>
            <a:srgbClr val="DCFCE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276148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Questions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28432" y="29809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question_id, prompt, choice_a-d, correct_answer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882128" y="3703320"/>
            <a:ext cx="3611880" cy="841248"/>
          </a:xfrm>
          <a:prstGeom prst="roundRect">
            <a:avLst>
              <a:gd name="adj" fmla="val 6522"/>
            </a:avLst>
          </a:prstGeom>
          <a:solidFill>
            <a:srgbClr val="FDE68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381304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QuizResults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28432" y="403250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74151"/>
                </a:solidFill>
              </a:rPr>
              <a:t>result_id, user_id, score, total_questions, date_taken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4B5563"/>
                </a:solidFill>
              </a:rPr>
              <a:t>These 3 tables satisfy the rubric requirement for at least 3 entities, and the transcript shows 30 imported questions plus user/result rows during the demo.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Rubric alignment at a glance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This version of the presentation explicitly shows the functionality demonstrated in the terminal walkthrough.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9786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Documentation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2240280" y="1179576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Inline comments explain the workflow, and the presentation includes approach, design, ethics, and critical thinking.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594360" y="1728216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SQL + CRUD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240280" y="1856232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Users and questions support create, retrieve, update, and delete actions from the menu.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51176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File I/O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240280" y="2532888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questions.csv is opened, parsed, confirmed, and inserted into SQLite.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94360" y="3081528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278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Error handling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2240280" y="3209544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The app handles invalid IDs, invalid quiz answer choices, missing users, and cancel actions.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594360" y="3758184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0448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Object oriented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2240280" y="3886200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Separate classes manage the database tables while QuizApp handles user interaction.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594360" y="4434840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8114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Interactive menu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2240280" y="4562856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Standard users see quiz options, while admins also see management options.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94360" y="5111496"/>
            <a:ext cx="109728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5780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11827"/>
                </a:solidFill>
              </a:rPr>
              <a:t>Presentation quality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2240280" y="5239512"/>
            <a:ext cx="8823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74151"/>
                </a:solidFill>
              </a:rPr>
              <a:t>Slides follow a clear story: setup, student flow, admin flow, security, and proof of results.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731520" y="5925312"/>
            <a:ext cx="8961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4ED8"/>
                </a:solidFill>
              </a:rPr>
              <a:t>Suggested speaking point: “Our live walkthrough now proves registration, login, role changes, question CRUD, score storage, and user deletion.”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Demo 1 - environment setup and CSV import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first part of the walkthrough proves that the database is created and populated dynamically from a CSV file.</a:t>
            </a:r>
            <a:endParaRPr lang="en-US" sz="950" dirty="0"/>
          </a:p>
        </p:txBody>
      </p:sp>
      <p:pic>
        <p:nvPicPr>
          <p:cNvPr id="4" name="Image 0" descr="/mnt/data/user-Euah6oDBuXt4ZncZTZ1IqdWZ__2fe865b1-24c6-43cd-ab9b-cbf3d9172d86/8a9a6dcd58ff48ec83df2576a8e13b58/tmp/quiz_presentation/assets/setup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10130"/>
            <a:ext cx="7315200" cy="22628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024128"/>
            <a:ext cx="3566160" cy="44348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38744" y="1133856"/>
            <a:ext cx="3273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What the terminal output proves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57032" y="1408176"/>
            <a:ext cx="3255264" cy="3959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 virtual environment is created and requirements are installed.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db_setup.py creates the Users, Questions, and QuizResults tables.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An initial admin user is inserted into the Users table.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import_questions.py reads questions.csv and saves 30 question rows into SQLite.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This satisfies both the database and file-I/O parts of the rubric.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75320" y="51389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Suggested timing: about 1 minute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Demo 2 - authentication, registration, and student quiz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This portion of the run shows secure login, role-based menus, randomized quiz questions, and saved scores.</a:t>
            </a:r>
            <a:endParaRPr lang="en-US" sz="950" dirty="0"/>
          </a:p>
        </p:txBody>
      </p:sp>
      <p:pic>
        <p:nvPicPr>
          <p:cNvPr id="4" name="Image 0" descr="/mnt/data/user-Euah6oDBuXt4ZncZTZ1IqdWZ__2fe865b1-24c6-43cd-ab9b-cbf3d9172d86/8a9a6dcd58ff48ec83df2576a8e13b58/tmp/quiz_presentation/assets/student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766" y="960120"/>
            <a:ext cx="2635988" cy="544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987552"/>
            <a:ext cx="38404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07224" y="1097280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Student actions shown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525512" y="1371600"/>
            <a:ext cx="3529584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Register a new user (jorton4).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Login succeeds with password hidden in the terminal.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Standard user menu shows only quiz, scores, and logout.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Take a 10-question randomized quiz.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Score is saved to QuizResults and later displayed.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360920" y="3127248"/>
            <a:ext cx="3840480" cy="1444752"/>
          </a:xfrm>
          <a:prstGeom prst="roundRect">
            <a:avLst>
              <a:gd name="adj" fmla="val 5696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07224" y="3236976"/>
            <a:ext cx="3547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Security upgrade shown in code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25512" y="3511296"/>
            <a:ext cx="352958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getpass hides password entry.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Argon2 hashes passwords before storage.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Login verifies the stored hash instead of comparing plain text.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60920" y="470916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07224" y="4782312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Transcript highlights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589520" y="501091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Register 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'jorton4' added successfully.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Quiz Complete! 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Your score: 0/10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Date: 2026-04-16 ... | Score: 0/10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Demo 3 - admin user management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Admins can manage accounts without touching the database manually. The transcript shows promotion, password reset, and deletion.</a:t>
            </a:r>
            <a:endParaRPr lang="en-US" sz="950" dirty="0"/>
          </a:p>
        </p:txBody>
      </p:sp>
      <p:pic>
        <p:nvPicPr>
          <p:cNvPr id="4" name="Image 0" descr="/mnt/data/user-Euah6oDBuXt4ZncZTZ1IqdWZ__2fe865b1-24c6-43cd-ab9b-cbf3d9172d86/8a9a6dcd58ff48ec83df2576a8e13b58/tmp/quiz_presentation/assets/admin_demo.png">    </p:cNvPr>
          <p:cNvPicPr>
            <a:picLocks noChangeAspect="1"/>
          </p:cNvPicPr>
          <p:nvPr/>
        </p:nvPicPr>
        <p:blipFill>
          <a:blip r:embed="rId1"/>
          <a:srcRect l="0" r="0" t="21400" b="21400"/>
          <a:stretch/>
        </p:blipFill>
        <p:spPr>
          <a:xfrm>
            <a:off x="411480" y="1005840"/>
            <a:ext cx="6217920" cy="5349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024128"/>
            <a:ext cx="4663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50024" y="1133856"/>
            <a:ext cx="4370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User management features demonstrated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068312" y="1408176"/>
            <a:ext cx="435254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View all users with role labels.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Edit a user to change username, password, and admin status.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Promote a standard user to admin by setting is_admin = y.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Delete a user account after confirmation.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903720" y="2651760"/>
            <a:ext cx="4663440" cy="1325880"/>
          </a:xfrm>
          <a:prstGeom prst="roundRect">
            <a:avLst>
              <a:gd name="adj" fmla="val 5517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50024" y="2724912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Promotion example from the transcript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2953512"/>
            <a:ext cx="42062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user ID to edit: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new username [jorton4]: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Leave password blank to keep the current password.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Is this user an admin? (y/n) [n]: 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 updated successfully.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416052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50024" y="4233672"/>
            <a:ext cx="43708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Proof that the role changed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0" y="4462272"/>
            <a:ext cx="4206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All Users 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[1] admin - Admin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[2] jorton4 - Admin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Logging in as jorton4 now shows the admin menu.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Demo 4 - admin question CRUD and data changes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app also demonstrates question management directly from the interactive menu.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1188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115568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Question CRUD shown live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330098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View all questions already loaded from the CSV file.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Add a new test question through the admin menu.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View the new question in the question list.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Delete the question with confirmation.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View the list again to prove the deletion worked.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3127248"/>
            <a:ext cx="3593592" cy="2286000"/>
          </a:xfrm>
          <a:prstGeom prst="roundRect">
            <a:avLst>
              <a:gd name="adj" fmla="val 3200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200400"/>
            <a:ext cx="33009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Add question snippet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" y="3429000"/>
            <a:ext cx="31363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Add a Question 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question: Here is my test question?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choice A: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choice B: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choice C: maybe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choice D: idk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correct answer (A/B/C/D):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Question added successfully.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07408" y="3127248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320040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Delete question snippet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36008" y="3429000"/>
            <a:ext cx="310896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=== Delete a Question ===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 question ID to delete: 31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Are you sure you want to delete question 31? (y/n): 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Question ID 31 deleted successfully.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1005840"/>
            <a:ext cx="3429000" cy="4407408"/>
          </a:xfrm>
          <a:prstGeom prst="roundRect">
            <a:avLst>
              <a:gd name="adj" fmla="val 2133"/>
            </a:avLst>
          </a:prstGeom>
          <a:solidFill>
            <a:srgbClr val="0B1733"/>
          </a:solidFill>
          <a:ln w="12700">
            <a:solidFill>
              <a:srgbClr val="2D3D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078992"/>
            <a:ext cx="3136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D5DB"/>
                </a:solidFill>
              </a:rPr>
              <a:t>Proof of the data changing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1307592"/>
            <a:ext cx="297180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Before delete: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[31] Here is my test question? (Answer A)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After delete: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Question list ends at [30] What year did World War II end?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F4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This proves the app is interacting with SQLite live rather than using static data.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Error handling, ethics, and critical thinking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code goes beyond a happy-path demo by validating input and reducing risky actions.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30352" y="1042416"/>
            <a:ext cx="2651760" cy="4526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1521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Error handling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94944" y="1426464"/>
            <a:ext cx="2340864" cy="405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Rejects invalid quiz answers until the user enters A, B, C, or D.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Catches non-numeric IDs during edit and delete operations.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Shows “User ID not found” or “Question ID not found” when records do not exist.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Uses cancel prompts to back out of admin actions safely.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042416"/>
            <a:ext cx="2651760" cy="4526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83864" y="11521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Ethics / critical thinking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02152" y="1426464"/>
            <a:ext cx="2340864" cy="405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Using Argon2 and getpass protects credentials better than storing plain text passwords.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Role-based access keeps standard users from seeing admin controls.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Delete actions ask for confirmation to avoid accidental data loss.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Stored quiz results provide an honest record of student performance.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44768" y="1042416"/>
            <a:ext cx="2651760" cy="4526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1521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OOP and collaboration value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426464"/>
            <a:ext cx="2340864" cy="405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Separate classes organize DB logic and application logic.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This structure lets teammates work on setup, import, app flow, and admin logic separately.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Inline comments explain purpose and improve maintainability.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51976" y="1042416"/>
            <a:ext cx="2651760" cy="45262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1521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Next improvements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16568" y="1426464"/>
            <a:ext cx="2340864" cy="405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Add better UI formatting for long terminal output.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Improve password reset UX with confirmation.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Add question categories or difficulty levels.</a:t>
            </a:r>
            <a:endParaRPr lang="en-US" sz="950" dirty="0"/>
          </a:p>
          <a:p>
            <a:pPr marL="177800" indent="-177800"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</a:rPr>
              <a:t>Create a future web front end on top of the same database design.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Suggested closing demo script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This slide helps keep the presentation under 10 minutes while covering all required functionality.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0:00-1:00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2011680" y="128016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Introduce the problem: instructors need reusable quizzes, student accounts, and saved results.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731520" y="1837944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933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1:00-2:00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2011680" y="197510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Explain the 3-table SQLite design and how CSV import populates the database.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31520" y="2532888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88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2:00-3:30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011680" y="267004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Show db_setup.py and import_questions.py running successfully.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1520" y="3227832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832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3:30-5:30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2011680" y="336499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Register a student, take a randomized quiz, and view saved scores.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1520" y="3922776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782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5:30-8:00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2011680" y="4059936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Log in as admin, show users, promote a user to admin, and discuss password hashing.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1520" y="4617720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77316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8:00-9:15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2011680" y="475488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Add and delete a question to prove CRUD against SQLite.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31520" y="5312664"/>
            <a:ext cx="107899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681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D4ED8"/>
                </a:solidFill>
              </a:rPr>
              <a:t>9:15-10:00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011680" y="5449824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74151"/>
                </a:solidFill>
              </a:rPr>
              <a:t>Close with rubric alignment, ethics, and future improvements.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22960" y="617220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Final takeaway: the project now demonstrates setup, import, secure authentication, student quiz-taking, score persistence, admin promotion, admin CRUD, and deletion end to end.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0138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Maker Final Presentation</dc:title>
  <dc:subject>Quiz Maker project presentation</dc:subject>
  <dc:creator>OpenAI</dc:creator>
  <cp:lastModifiedBy>OpenAI</cp:lastModifiedBy>
  <cp:revision>1</cp:revision>
  <dcterms:created xsi:type="dcterms:W3CDTF">2026-04-16T20:58:40Z</dcterms:created>
  <dcterms:modified xsi:type="dcterms:W3CDTF">2026-04-16T20:58:40Z</dcterms:modified>
</cp:coreProperties>
</file>